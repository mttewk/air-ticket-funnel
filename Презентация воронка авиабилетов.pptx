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6"/>
  </p:notesMasterIdLst>
  <p:sldIdLst>
    <p:sldId id="312" r:id="rId2"/>
    <p:sldId id="313" r:id="rId3"/>
    <p:sldId id="258" r:id="rId4"/>
    <p:sldId id="261" r:id="rId5"/>
    <p:sldId id="264" r:id="rId6"/>
    <p:sldId id="265" r:id="rId7"/>
    <p:sldId id="266" r:id="rId8"/>
    <p:sldId id="267" r:id="rId9"/>
    <p:sldId id="314" r:id="rId10"/>
    <p:sldId id="315" r:id="rId11"/>
    <p:sldId id="270" r:id="rId12"/>
    <p:sldId id="275" r:id="rId13"/>
    <p:sldId id="280" r:id="rId14"/>
    <p:sldId id="281" r:id="rId15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7"/>
      <p:bold r:id="rId18"/>
      <p:italic r:id="rId19"/>
    </p:embeddedFont>
    <p:embeddedFont>
      <p:font typeface="Mulish" pitchFamily="2" charset="0"/>
      <p:regular r:id="rId20"/>
      <p:bold r:id="rId21"/>
      <p:italic r:id="rId22"/>
      <p:boldItalic r:id="rId23"/>
    </p:embeddedFont>
    <p:embeddedFont>
      <p:font typeface="Nunito Light" panose="020F0302020204030204" pitchFamily="34" charset="0"/>
      <p:regular r:id="rId24"/>
      <p:italic r:id="rId25"/>
    </p:embeddedFont>
    <p:embeddedFont>
      <p:font typeface="Poppins SemiBold" panose="020B0604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B0BC56-B0FA-4E3A-BF11-FBD497FE0AAC}">
  <a:tblStyle styleId="{7AB0BC56-B0FA-4E3A-BF11-FBD497FE0A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26"/>
    <p:restoredTop sz="94678"/>
  </p:normalViewPr>
  <p:slideViewPr>
    <p:cSldViewPr snapToGrid="0" snapToObjects="1">
      <p:cViewPr varScale="1">
        <p:scale>
          <a:sx n="167" d="100"/>
          <a:sy n="167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7:16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56 337 24575,'-1'-21'0,"-1"-5"0,-3-8 0,0 2 0,0 7 0,2 10 0,3 10 0,-1 1 0,1 2 0,-1 0 0,1 0 0,-1-4 0,0-2 0,0-2 0,1-1 0,-1 4 0,1 2 0,0 4 0,-1 1 0,2 8 0,3 11 0,3 13 0,3 12 0,1 5 0,-1-5 0,-3-8 0,-2-15 0,-3-8 0,-2-8 0,0-4 0,0-7 0,0-12 0,0-13 0,0-13 0,0-5 0,0 1 0,0 9 0,-1 10 0,0 12 0,0 8 0,0 6 0,0 17 0,1 11 0,0 16 0,0 0 0,-1-4 0,1-9 0,-1-12 0,0-8 0,0-11 0,-2-14 0,-2-20 0,-2-15 0,0-9 0,0 5 0,1 13 0,2 17 0,2 15 0,-1 15 0,0 17 0,-1 19 0,-2 9 0,-1 3 0,1-7 0,2-15 0,2-9 0,2-13 0,0-9 0,0-15 0,1-18 0,1-15 0,1-7 0,1 6 0,-1 15 0,-1 14 0,-1 12 0,0 6 0,1 6 0,1 7 0,4 15 0,3 16 0,2 12 0,-1 3 0,-2-9 0,-2-14 0,-2-13 0,-2-12 0,0-12 0,0-14 0,2-12 0,0-10 0,0-2 0,-3 4 0,0 7 0,-2 9 0,0 8 0,0 6 0,1 4 0,-1 3 0,2 9 0,1 11 0,2 12 0,1 7 0,1-2 0,-1-7 0,0-9 0,-3-10 0,-1-11 0,-1-10 0,-1-16 0,0-8 0,0-6 0,0 4 0,0 10 0,0 9 0,0 11 0,0 9 0,0 14 0,0 15 0,0 11 0,0 5 0,0-9 0,0-11 0,0-12 0,0-8 0,0-8 0,0-7 0,1-10 0,1-7 0,0-6 0,2-1 0,-2 4 0,0 6 0,-2 7 0,0 7 0,0 5 0,1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7:23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135 585 24575,'0'-6'0,"0"-1"0,0 1 0,0-1 0,0 2 0,0 0 0,0-2 0,0 0 0,0-1 0,0 2 0,0 1 0,0 2 0,0 0 0,0-1 0,-1-3 0,0-5 0,-2-2 0,1 0 0,-1 2 0,1 4 0,1 4 0,0 1 0,1 0 0,0-1 0,0-2 0,0-2 0,0-1 0,0 2 0,-1 2 0,1 1 0,-1 1 0,1-2 0,0-2 0,0-3 0,0 1 0,-1 0 0,1 4 0,-1 1 0,1 1 0,0 0 0,-1-1 0,1-3 0,0-1 0,0-1 0,0 1 0,0 3 0,0 2 0,0 1 0,0-1 0,0-1 0,0 2 0,0 0 0,2 6 0,-1-2 0,2 3 0,-2-3 0,-1 0 0,0 0 0,0 1 0,0-1 0,0 0 0,0 0 0,0 0 0,0 0 0,1 0 0,0 0 0,-1 0 0,0 0 0,0 0 0,0 1 0,0-1 0,0 1 0,0-1 0,0 0 0,0 0 0,0 0 0,0 0 0,0 0 0,0 1 0,0 0 0,0-1 0,0 0 0,1 1 0,0 1 0,-1 1 0,0-1 0,1-1 0,-1 0 0,1-1 0,-1 0 0,0 1 0,0 0 0,0 2 0,1 1 0,-1 1 0,1-1 0,0 0 0,0 0 0,0 0 0,0 3 0,0 0 0,0-1 0,-1-2 0,1-1 0,0-2 0,-1 0 0,0-1 0,0 1 0,0 1 0,0 0 0,0 0 0,0-1 0,0-3 0,0-6 0,0 0 0,0-4 0,0 4 0,0 0 0,0 1 0,0 0 0,0 0 0,0 1 0,0 0 0,0 0 0,0 0 0,-1 1 0,1-1 0,-2 1 0,1 1 0,0-1 0,0 0 0,0 1 0,1-2 0,-1-2 0,0-5 0,-2-5 0,1-1 0,1 0 0,-1 4 0,2 5 0,-1 3 0,1 2 0,0 1 0,0-2 0,0-2 0,0-4 0,-1-5 0,0-1 0,0 1 0,-1 3 0,1 5 0,0 3 0,1 2 0,-1 0 0,1 1 0,0 5 0,0 1 0,0 9 0,0 5 0,0 6 0,0 8 0,0 1 0,0-3 0,0-6 0,0-8 0,0-8 0,0-5 0,0-3 0,0-9 0,0-2 0,0-9 0,0-6 0,0-12 0,-1-12 0,-1-4 0,-2 0 0,-2 5 0,1 9 0,0 7 0,1 11 0,1 8 0,0 6 0,1 4 0,0 2 0,1 3 0,-1 6 0,-1 8 0,-4 13 0,-4 12 0,-3 13 0,0 2 0,2-2 0,5-7 0,4-13 0,2-11 0,1-9 0,0-8 0,0-7 0,0-4 0,0-6 0,0-5 0,0-4 0,0-4 0,0 3 0,0 5 0,0 8 0,0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7:27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24575,'0'9'0,"0"0"0,0 0 0,0 1 0,0-1 0,0-2 0,0 0 0,0-1 0,0-2 0,0-1 0,0 0 0,0-1 0,0 1 0,0-1 0,0 1 0,0-2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7:38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6 232 24575,'-1'27'0,"0"12"0,1 25 0,0 5 0,0-9 0,0-17 0,0-21 0,0-11 0,0-5 0,0-5 0,0-11 0,0-1 0,0-10 0,0-2 0,0-2 0,0-7 0,0-5 0,0-4 0,0-2 0,-1 5 0,0 9 0,0 13 0,1 10 0,0 10 0,0 8 0,2 10 0,2 11 0,1 8 0,3 11 0,1 5 0,1 2 0,0-4 0,0-9 0,-1-14 0,-3-13 0,-3-11 0,0-6 0,-2-4 0,0-9 0,1-11 0,0-16 0,0-15 0,1-10 0,-1-4 0,2 7 0,-1 11 0,-1 16 0,0 13 0,-1 11 0,0 8 0,-1 10 0,1 3 0,-1 12 0,1 7 0,2 10 0,1 11 0,0 2 0,-1-3 0,0-11 0,-2-14 0,-1-12 0,-1-14 0,-2-14 0,-5-21 0,-7-19 0,-4-12 0,0 0 0,1 11 0,6 17 0,4 14 0,4 14 0,3 9 0,1 8 0,0 10 0,3 14 0,1 14 0,3 13 0,-1 7 0,-1-3 0,-2-14 0,0-15 0,-2-17 0,0-13 0,-1-29 0,0-12 0,0-29 0,0 0 0,1 1 0,2 11 0,0 18 0,1 15 0,-1 13 0,0 7 0,0 4 0,1 5 0,1 9 0,3 12 0,5 13 0,2 15 0,3 5 0,-2 2 0,-3-10 0,-3-14 0,-3-14 0,-3-14 0,-1-11 0,-1-22 0,2-25 0,3-31 0,2-17 0,0 3 0,-3 16 0,-2 28 0,-2 18 0,0 18 0,-1 7 0,1 7 0,0 3 0,0 8 0,0 10 0,2 17 0,3 19 0,0 12 0,2 4 0,-3-9 0,-2-18 0,-2-16 0,-1-16 0,0-9 0,-1-7 0,0-5 0,0-5 0,-4-10 0,-5-13 0,-6-13 0,-2-6 0,0 2 0,3 10 0,3 13 0,5 11 0,3 10 0,2 5 0,1 6 0,0 7 0,0 12 0,0 16 0,0 9 0,-1 3 0,0-8 0,-1-13 0,1-14 0,-1-10 0,1-8 0,-1-9 0,-1-15 0,-1-20 0,-1-19 0,-2-7 0,1 7 0,-1 18 0,3 18 0,2 17 0,2 9 0,0 9 0,0 10 0,0 13 0,0 17 0,0 9 0,0 5 0,0-9 0,0-12 0,0-14 0,0-12 0,0-8 0,0-7 0,0-8 0,0-15 0,0-21 0,0-22 0,0-17 0,0 0 0,0 13 0,1 19 0,1 19 0,1 13 0,0 11 0,-1 5 0,1 3 0,-1 4 0,1 5 0,2 12 0,2 13 0,3 10 0,1 5 0,-3-2 0,-1-10 0,-4-9 0,-1-14 0,-1-12 0,-2-16 0,-1-15 0,-5-15 0,-3-11 0,-2-1 0,-1 5 0,3 13 0,1 13 0,4 14 0,2 9 0,2 9 0,0 6 0,-1 6 0,-2 12 0,0 12 0,0 19 0,3 10 0,1 3 0,0-9 0,1-18 0,2-18 0,0-15 0,1-9 0,-1-6 0,0-4 0,-1-1 0,-1 0 0,1 4 0,-1 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03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163 161 24575,'-6'-2'0,"34"1"0,22 1 0,34 0 0,1 0 0,-13 0 0,-23 0 0,-23 0 0,-30-5 0,-43-4 0,-37-3 0,31 5 0,-1 2 0,-2 1 0,3 1 0,-32 1 0,31 3 0,28 1 0,36 1 0,43 3 0,36 1 0,-32-4 0,2-1 0,-1 0 0,-1-2 0,33-3 0,-30-3 0,-29-4 0,-38-3 0,-38-3 0,-37 1 0,32 8 0,-1 2 0,-47-1 0,23 4 0,28 2 0,21 2 0,26 1 0,29 3 0,29 2 0,15-2 0,-2 0 0,-18-3 0,-24-2 0,-14-1 0,-23-1 0,-27-3 0,-32-2 0,-20 1 0,-2 1 0,18 2 0,28 2 0,27 0 0,31 0 0,39 3 0,35 0 0,-35-2 0,0 0 0,0 1 0,-2-2 0,28 0 0,-32 0 0,-26 0 0,-34 0 0,-35 0 0,-31 0 0,-16 1 0,8 4 0,24 3 0,28 4 0,27 2 0,43 0 0,37-1 0,25-3 0,-47-7 0,-2-1 0,25 0 0,-30-3 0,-35-3 0,-36-2 0,-36-1 0,-27 1 0,1 3 0,14 7 0,27 4 0,23 3 0,19 3 0,33 1 0,33-2 0,26-3 0,12-9 0,-19-9 0,-27-3 0,-36-1 0,-53 4 0,-45 2 0,29 5 0,-3 1 0,-1 1 0,1 2 0,-28 5 0,31 1 0,31 1 0,35-3 0,35 0 0,23-2 0,12-2 0,-12-2 0,-23-3 0,-22-4 0,-24-4 0,-26-4 0,-19 1 0,-11 3 0,5 6 0,15 2 0,14 3 0,15 1 0,20 3 0,23 2 0,21-1 0,8-2 0,-9-2 0,-19-3 0,-19-1 0,-26-1 0,-31-1 0,-32 2 0,-19 4 0,3 7 0,18 4 0,27 1 0,19-2 0,26-3 0,36-4 0,31-1 0,25-2 0,-45-3 0,-2 0 0,31-6 0,-25 0 0,-27-2 0,-37 0 0,-35 1 0,-36 2 0,-17 1 0,8 5 0,25 3 0,29 1 0,20 4 0,19 4 0,18 3 0,23 2 0,25-3 0,12-6 0,-1-8 0,-18-6 0,-25-2 0,-28 0 0,-28 5 0,-21 1 0,-11 2 0,3 0 0,14 1 0,14 1 0,11 0 0,9 1 0,10-1 0,11-1 0,8-1 0,-1 0 0,-7 0 0,-11 0 0,-20-2 0,-29 1 0,-33-1 0,-25 2 0,43 2 0,2 2 0,-36 5 0,29 1 0,28-1 0,28-2 0,30-1 0,28 2 0,26-1 0,13-2 0,-6-2 0,-14-2 0,-22-1 0,-21-1 0,-16-1 0,-20-1 0,-29-2 0,-30 2 0,-20 0 0,-2 2 0,19 1 0,24 0 0,20 1 0,17 2 0,18 3 0,23 4 0,23 1 0,12-2 0,0-5 0,-15-5 0,-19-4 0,-19-2 0,-26-4 0,-28 1 0,-19 1 0,-8 3 0,12 3 0,21 2 0,26 1 0,39 2 0,44 3 0,-25-2 0,4 0 0,5 0 0,0-1 0,-6 0 0,-2-1 0,28-1 0,-32-2 0,-34-3 0,-50-6 0,-44-4 0,24 7 0,-3 1 0,-3 1 0,1 1 0,-36 1 0,32 2 0,31 2 0,36 2 0,33 3 0,30 4 0,15 1 0,-2-3 0,-20-4 0,-24-2 0,-18-5 0,-20-5 0,-25-10 0,-28-6 0,-18 1 0,-2 5 0,15 8 0,23 7 0,21 2 0,34 1 0,37-4 0,40-5 0,-41 3 0,1-1 0,-3 0 0,-3-1 0,25-7 0,-36 2 0,-40-2 0,-54-5 0,-41 0 0,36 11 0,-1 2 0,3 2 0,2 1 0,-25 2 0,31 2 0,24 1 0,23 4 0,20 7 0,18 6 0,12 3 0,1-3 0,-12-6 0,-18-6 0,-27-8 0,-30-7 0,-34-4 0,-14 0 0,5 6 0,21 5 0,31 2 0,36 2 0,40 3 0,26-1 0,12 1 0,-14-2 0,-24-2 0,-23 0 0,-22-2 0,-21-3 0,-14-1 0,-7 0 0,4 2 0,15 3 0,29 1 0,34 2 0,32 3 0,12 2 0,-10 0 0,-22-4 0,-25-1 0,-17-2 0,-23-1 0,-27-3 0,-19-2 0,-12 0 0,10 2 0,21 3 0,19 1 0,25 1 0,28 1 0,20 3 0,9 0 0,-9-1 0,-20-1 0,-17-3 0,-15 0 0,-19 0 0,-19 1 0,-11 1 0,-2 2 0,13 1 0,16 2 0,25 1 0,30 2 0,22-1 0,16-2 0,-8-4 0,-21-3 0,-20-1 0,-23-2 0,-24-5 0,-27-2 0,-22 1 0,-7 2 0,7 5 0,18 2 0,22 3 0,16 2 0,30 3 0,30 1 0,33 1 0,17-4 0,-6-4 0,-20-4 0,-28-2 0,-20 0 0,-21 1 0,-24 2 0,-23 0 0,-16 3 0,-1 5 0,14 3 0,21 2 0,17 0 0,26-2 0,25 1 0,20-3 0,9-2 0,-8-3 0,-18-3 0,-18 0 0,-18-2 0,-20-1 0,-24 0 0,-22 0 0,-9 3 0,7 2 0,18 2 0,20 2 0,25 1 0,34 1 0,35-3 0,19-1 0,-3-5 0,-22-3 0,-29-1 0,-24-1 0,-33 3 0,-35 0 0,-27 2 0,-8 1 0,16 1 0,27 1 0,26 1 0,19 1 0,21 1 0,18 0 0,10 2 0,5-3 0,-9-1 0,-13-2 0,-12-1 0,-21 0 0,-24 1 0,-26 3 0,-13 4 0,5 2 0,18 1 0,22 0 0,30 1 0,36 2 0,35 0 0,20-1 0,-7-6 0,-22-2 0,-32-4 0,-23 0 0,-70-1 0,-2 0 0,9 0 0,-1 0 0,-19 1 0,23 2 0,21 1 0,24 1 0,31 1 0,32 0 0,28 0 0,7-2 0,-16-2 0,-29-3 0,-27-2 0,-33-3 0,-35-5 0,-36-2 0,-19 2 0,5 4 0,25 5 0,33 2 0,30 0 0,34 2 0,37 2 0,22 2 0,6 1 0,-16-3 0,-28-3 0,-27-2 0,-32-5 0,-30-6 0,-24-5 0,-10 0 0,8 6 0,21 5 0,22 4 0,21 1 0,27 1 0,23 0 0,17 0 0,4 0 0,-15 0 0,-19 0 0,-19 0 0,-16 0 0,-17-1 0,-20-3 0,-14 0 0,-6-1 0,10 3 0,19 2 0,23 1 0,38 2 0,33 2 0,27 0 0,4-2 0,-20-2 0,-24-2 0,-28 0 0,-20-2 0,-26-3 0,-30 0 0,-27 0 0,-9 3 0,9 1 0,25 4 0,25 0 0,31 5 0,35 2 0,26 1 0,16 0 0,-9-5 0,-19-2 0,-22-3 0,-19 0 0,-15-2 0,-20-1 0,-21 0 0,-10-1 0,2 2 0,15 2 0,22 0 0,27 2 0,34 1 0,23 1 0,11-1 0,-12 0 0,-26-1 0,-23-2 0,-27 1 0,-28-1 0,-23 0 0,-11 0 0,4 0 0,20 0 0,22 0 0,17 2 0,27 2 0,26 3 0,17 0 0,5 0 0,-15-4 0,-21-3 0,-19-1 0,-22-2 0,-25-5 0,-20-1 0,-10 1 0,3 3 0,17 3 0,24 3 0,33 0 0,39 2 0,24-1 0,9-2 0,-13-3 0,-27-3 0,-20 0 0,-19-1 0,-17 1 0,-20-1 0,-17 2 0,-8 2 0,5 2 0,15 1 0,18 0 0,20 2 0,26 1 0,25-1 0,13 0 0,-2-1 0,-17-1 0,-20 0 0,-14-3 0,-17-3 0,-19-5 0,-16-2 0,-13 1 0,4 4 0,13 4 0,17 3 0,19 1 0,24 0 0,20 0 0,8 0 0,-2-1 0,-18 0 0,-15-2 0,-18-4 0,-20-2 0,-21-2 0,-15 4 0,-5 2 0,9 5 0,18 0 0,18 1 0,33 2 0,34 0 0,25 0 0,9 0 0,-15-2 0,-26-1 0,-22-1 0,-23-2 0,-26-5 0,-27-5 0,-24-2 0,-5 5 0,11 4 0,23 5 0,22 2 0,22 1 0,34 1 0,33 0 0,24-1 0,5-1 0,-18-1 0,-27 0 0,-24-2 0,-28-4 0,-29-5 0,-28-2 0,-14 0 0,1 5 0,18 5 0,24 2 0,30 1 0,34 4 0,24 2 0,15 2 0,-6 0 0,-17-2 0,-19-3 0,-16-2 0,-19-3 0,-25-4 0,-29-5 0,-24 0 0,-3 2 0,14 5 0,24 3 0,26 1 0,23 0 0,27 0 0,25 0 0,23 0 0,6 0 0,-10 0 0,-18 0 0,-23-1 0,-19 0 0,-25-2 0,-31-1 0,-28-1 0,-14 1 0,8 2 0,21 2 0,28 1 0,26 0 0,37 3 0,34 3 0,29 1 0,-42-4 0,-1 0 0,36 0 0,-25-2 0,-27-2 0,-19 0 0,-17 0 0,-20-1 0,-26 0 0,-22 0 0,-7 5 0,10 4 0,22 2 0,25 2 0,32-3 0,36-2 0,24-2 0,12-2 0,-17-3 0,-23 0 0,-23 0 0,-28 0 0,-33 0 0,-29 0 0,-18 0 0,3 0 0,20 1 0,25 1 0,18 1 0,25 1 0,25-1 0,18-1 0,10-1 0,-7-1 0,-17 0 0,-16-2 0,-17-3 0,-20-5 0,-15-3 0,-13 1 0,-4 5 0,5 4 0,8 6 0,12 6 0,14 6 0,13 5 0,19 0 0,12-5 0,9-7 0,-3-6 0,-11-7 0,-11-8 0,-9-6 0,-8-2 0,-3 5 0,-1 5 0,-2 7 0,1 10 0,-1 11 0,2 15 0,2 10 0,9-1 0,10-6 0,7-12 0,5-9 0,-5-10 0,-7-13 0,-6-13 0,-8-11 0,-5-4 0,-5 6 0,-1 9 0,2 10 0,2 9 0,1 8 0,-1 9 0,1 7 0,2 2 0,1-4 0,2-5 0,1-7 0,3-10 0,1-15 0,-1-16 0,0-12 0,-3-1 0,-3 11 0,-2 15 0,0 12 0,-1 13 0,-1 15 0,0 12 0,0 8 0,2 0 0,4-8 0,5-7 0,3-9 0,2-7 0,1-4 0,-4-4 0,-3-1 0,-3-2 0,0-2 0,4-3 0,4 0 0,9 0 0,6 3 0,4 3 0,-2 5 0,-6 1 0,-6 1 0,-4 0 0,-2-4 0,1-10 0,2-15 0,0-9 0,-1-3 0,-3 5 0,-1 12 0,-3 11 0,-1 18 0,-2 15 0,0 12 0,0 4 0,0-5 0,0-10 0,0-10 0,2-9 0,3-6 0,6-8 0,7-15 0,4-9 0,-2-6 0,-5 6 0,-6 11 0,-3 10 0,-3 16 0,-1 17 0,2 11 0,0 8 0,1-3 0,0-12 0,-1-10 0,-1-15 0,-2-16 0,-1-13 0,0-8 0,0 1 0,0 10 0,0 10 0,-2 10 0,-3 13 0,-6 15 0,-6 13 0,-4 8 0,-1-3 0,5-12 0,5-11 0,5-11 0,3-13 0,-1-16 0,-1-19 0,2-13 0,1-1 0,2 9 0,1 17 0,0 14 0,0 13 0,2 17 0,0 13 0,2 10 0,-1 0 0,1-7 0,-2-10 0,0-14 0,0-17 0,0-14 0,-1-11 0,0-2 0,0 7 0,0 9 0,0 11 0,-1 10 0,0 12 0,0 9 0,0 6 0,0-1 0,0-9 0,0-10 0,0-11 0,2-17 0,0-15 0,1-10 0,-1-2 0,-1 11 0,0 14 0,0 14 0,1 13 0,1 11 0,2 8 0,1 4 0,-1-2 0,-1-6 0,-1-9 0,-2-6 0,0-11 0,0-10 0,-1-9 0,0-4 0,0 4 0,0 9 0,0 10 0,0 35 0,-1 2 0,-1 24 0,-1-19 0,1-9 0,0-13 0,2-15 0,2-16 0,3-12 0,2-7 0,1 5 0,-2 10 0,-2 12 0,-2 17 0,-2 21 0,0 16 0,0 10 0,0-5 0,0-12 0,0-13 0,0-14 0,0-15 0,0-19 0,0-18 0,0-13 0,0 0 0,0 10 0,0 13 0,0 16 0,0 15 0,0 15 0,0 17 0,0 9 0,0 3 0,0-8 0,0-13 0,0-11 0,0-15 0,1-18 0,1-12 0,3-6 0,-1 4 0,-1 15 0,-1 14 0,-3 11 0,-2 6 0,1-1 0,1-5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06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167 134 24575,'-13'38'0,"-3"3"0,-3 6 0,2-8 0,7-15 0,7-13 0,6-14 0,6-11 0,8-10 0,8-11 0,4-5 0,1-3 0,-7 6 0,-7 8 0,-6 9 0,-5 10 0,-3 6 0,-7 22 0,-2 3 0,-4 18 0,1-5 0,3-6 0,3-8 0,3-11 0,1-11 0,2-12 0,4-9 0,1-8 0,1 2 0,-3 6 0,-4 12 0,-10 18 0,-14 19 0,-18 20 0,-10 10 0,1-3 0,12-12 0,17-17 0,13-12 0,12-12 0,10-9 0,9-10 0,10-13 0,9-15 0,4-7 0,0-1 0,-7 8 0,-13 16 0,-11 14 0,-16 18 0,-18 22 0,-19 24 0,-18 23 0,-4 8 0,8-7 0,17-17 0,18-22 0,12-15 0,12-12 0,15-14 0,16-18 0,13-24 0,2-14 0,-6-3 0,-14 10 0,-15 19 0,-9 16 0,-9 16 0,-10 17 0,-11 20 0,-15 25 0,-9 17 0,0 7 0,9-12 0,14-21 0,12-20 0,13-23 0,11-19 0,8-21 0,7-15 0,-2-9 0,-5 2 0,-7 9 0,-7 13 0,-4 15 0,-4 14 0,-11 19 0,-10 18 0,-8 12 0,-2 4 0,5-6 0,10-13 0,10-11 0,11-13 0,21-24 0,19-23 0,18-25 0,-30 30 0,-2 0 0,19-29 0,-17 18 0,-18 25 0,-16 19 0,-21 24 0,-20 24 0,-17 18 0,-5 8 0,11-7 0,17-16 0,16-18 0,14-14 0,10-11 0,10-9 0,12-13 0,9-15 0,3-9 0,-3-2 0,-8 4 0,-10 8 0,-6 9 0,-9 9 0,-6 8 0,-6 6 0,-7 8 0,-6 11 0,-2 11 0,1 9 0,4 2 0,7-3 0,6-8 0,3-9 0,3-11 0,1-4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17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339 430 24575,'0'-12'0,"-1"2"0,-5 2 0,-6 0 0,-10 1 0,-10 2 0,-6 2 0,-2 2 0,4 2 0,9 2 0,10 0 0,10 1 0,4-1 0,4-1 0,2-1 0,3 2 0,5-1 0,5 2 0,5 0 0,5-2 0,2-1 0,-3-1 0,-6 0 0,-6 0 0,-5 0 0,-4 0 0,-2-1 0,-1 0 0,0-1 0,-1-2 0,-1-1 0,-6-2 0,-11-4 0,-13-3 0,-14 0 0,-6 5 0,2 5 0,9 4 0,16 2 0,11 2 0,9 2 0,7 6 0,6 5 0,8 4 0,7 1 0,6-3 0,2-5 0,3-6 0,-2-5 0,-5-4 0,-6-4 0,-9-2 0,-5-2 0,-2-3 0,-2-5 0,0-3 0,-1-1 0,0 5 0,-2 7 0,1 5 0,4 6 0,7 5 0,9 4 0,10 3 0,4 0 0,-2-4 0,-6-4 0,-9-2 0,-7-3 0,-3-2 0,-2-3 0,-2-1 0,-1-3 0,-2 1 0,-1 0 0,-1-1 0,0 0 0,-1 2 0,0 2 0,-2 5 0,-2 5 0,-1 5 0,-1 2 0,0 1 0,0-2 0,1-1 0,2-2 0,2-5 0,2-4 0,2-3 0,1-4 0,-1-3 0,-1 1 0,-1-5 0,-2-3 0,-3-6 0,-2-1 0,-2 2 0,1 7 0,2 7 0,1 4 0,0 4 0,0 5 0,-2 7 0,-2 6 0,-2 6 0,-4 4 0,-1 2 0,1 1 0,3-4 0,4-6 0,4-8 0,3-8 0,3-6 0,2-6 0,2-3 0,0-5 0,0-4 0,2-8 0,2-6 0,0-4 0,1 2 0,-3 9 0,-2 10 0,-3 11 0,-3 13 0,-4 14 0,-5 13 0,-5 9 0,-3 5 0,2-5 0,3-8 0,6-10 0,3-11 0,3-7 0,1-5 0,4-7 0,4-6 0,6-9 0,4-6 0,1-1 0,-4 3 0,-5 6 0,-5 6 0,-3 4 0,-2 4 0,0 8 0,-4 13 0,-4 15 0,-4 9 0,0-2 0,3-11 0,3-13 0,3-12 0,2-9 0,3-9 0,3-9 0,4-10 0,3-8 0,0-2 0,-2 4 0,-4 10 0,-4 10 0,-2 10 0,-1 7 0,0 11 0,0 1 0,0 11 0,1 2 0,2 4 0,0 2 0,1-6 0,-1-8 0,-2-7 0,-1-7 0,0-18 0,0-10 0,0-23 0,0-3 0,0 1 0,0 9 0,0 12 0,0 10 0,0 8 0,0 3 0,0 2 0,0-1 0,0 0 0,0 2 0,0 3 0,2 15 0,2 5 0,2 15 0,4 2 0,2 4 0,1 0 0,-1-4 0,-4-7 0,-3-9 0,-2-5 0,-1-6 0,-1-4 0,0-2 0,1-3 0,1-5 0,-1-9 0,2-7 0,0-7 0,0-4 0,-1 2 0,-1 5 0,-2 8 0,1 8 0,0 10 0,-1 10 0,0 14 0,0 16 0,0 11 0,0 7 0,0-5 0,0-11 0,0-13 0,0-12 0,0-8 0,0-5 0,0-13 0,0-1 0,0-13 0,3-8 0,2-15 0,3-11 0,-2-2 0,-1 10 0,-2 18 0,-3 15 0,0 13 0,0 11 0,0 7 0,0 9 0,1 8 0,1 9 0,2 9 0,1 1 0,-1-2 0,0-9 0,-1-12 0,-2-9 0,0-9 0,-1-8 0,0-5 0,0-5 0,0-7 0,0-8 0,0-13 0,0-12 0,0-7 0,0 3 0,0 9 0,0 14 0,0 16 0,0 14 0,0 14 0,0 12 0,0 13 0,0 5 0,0 4 0,0-3 0,0-8 0,0-7 0,0-11 0,1-6 0,-1-5 0,2-3 0,-1-2 0,1-5 0,0-3 0,0-7 0,-1-6 0,1-11 0,0-12 0,1-16 0,1-7 0,0-1 0,0 11 0,-1 17 0,-2 16 0,1 16 0,-2 13 0,1 12 0,1 12 0,0 7 0,2 6 0,1-2 0,-1-6 0,-1-5 0,-1-9 0,-1-4 0,0-5 0,0-4 0,0-3 0,0-4 0,1-1 0,0-3 0,0-3 0,1-5 0,-1-8 0,0-7 0,0-11 0,-1-9 0,0-5 0,-1 2 0,0 10 0,0 13 0,0 14 0,0 14 0,0 9 0,0 11 0,0 9 0,0 7 0,0 6 0,0 2 0,0-2 0,0-4 0,0-5 0,0-8 0,0-8 0,0-5 0,1-7 0,0-2 0,0-4 0,1 0 0,0-3 0,-1-1 0,1-3 0,0-2 0,0-2 0,0 0 0,-1-2 0,0 1 0,0-1 0,0-2 0,1-2 0,2-3 0,2-1 0,-1 1 0,-1 2 0,0 5 0,-2 3 0,0 2 0,0 0 0,0 1 0,1-2 0,-1 0 0,1 3 0,-2 1 0,0 3 0,0 6 0,-1-1 0,0 4 0,0-3 0,0-1 0,0-2 0,0 0 0,0 0 0,0 1 0,0 0 0,-1 1 0,0 0 0,0-1 0,1 1 0,-1 1 0,0 0 0,1 3 0,-1 2 0,0 2 0,1 0 0,-1-2 0,0-2 0,1-2 0,-1-2 0,1 0 0,0-1 0,-1 0 0,0 0 0,0 1 0,0-1 0,-1 1 0,1-1 0,-1 0 0,1 0 0,0-1 0,0 1 0,-1 0 0,1 0 0,1-1 0,-1-1 0,0 0 0,0-1 0,1-6 0,0-2 0,0-5 0,0 1 0,0 0 0,0-1 0,0-1 0,0 0 0,-1-3 0,0-1 0,-1 3 0,0 2 0,0 2 0,1 3 0,0 0 0,0 1 0,0-1 0,0-3 0,0-2 0,0-3 0,0-3 0,1-2 0,-1-2 0,0-2 0,0 1 0,1 3 0,0 5 0,-1 3 0,1 3 0,-1 2 0,0 1 0,1 1 0,0 0 0,0 0 0,0-1 0,0 1 0,0-1 0,0 0 0,0 1 0,0 0 0,0 0 0,0 1 0,0 1 0,0 0 0,0 1 0,0 10 0,0-1 0,-1 8 0,-1-5 0,-1 1 0,1-1 0,1 0 0,0-2 0,0-2 0,1-3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21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 24575,'0'21'0,"0"2"0,0 3 0,0-2 0,0-3 0,0-5 0,0-4 0,0-2 0,-1-1 0,0-1 0,-1-2 0,1 0 0,1-1 0,0-1 0,0 1 0,-1 0 0,1-1 0,-1 1 0,0-1 0,1 0 0,-1 0 0,0-1 0,1-1 0,0-11 0,0-1 0,0-7 0,0 3 0,0 0 0,0 1 0,0 1 0,0 0 0,0-2 0,0-4 0,0-4 0,0-1 0,0 3 0,-1 6 0,0 4 0,1 5 0,-1 4 0,1 5 0,-1 4 0,0 4 0,0 1 0,0 2 0,1 1 0,0 3 0,0 2 0,0 0 0,0-1 0,0-1 0,0-4 0,0-1 0,0-1 0,0 2 0,0 1 0,0-2 0,0-2 0,0-3 0,0 0 0,0 0 0,0-1 0,0 1 0,0 0 0,0 0 0,0-1 0,0 0 0,0-1 0,0 2 0,0 1 0,0 4 0,0 1 0,0-1 0,0-2 0,0-3 0,0-3 0,0-2 0,0 1 0,0-1 0,0-2 0,0-8 0,0-2 0,1-8 0,2 0 0,0 2 0,1 1 0,-3 1 0,0 3 0,-1 1 0,0 0 0,0 0 0,0-2 0,1-2 0,0-1 0,-1 0 0,0 1 0,0 3 0,0 2 0,0 2 0,0 3 0,0-1 0,0 1 0,0-3 0,0-1 0,0-3 0,0 0 0,0 0 0,0 0 0,0 0 0,0-3 0,0-3 0,1 1 0,-1 1 0,1 3 0,0 4 0,0 0 0,1 1 0,-1-2 0,1 1 0,-2-1 0,1 3 0,-1 0 0,0 0 0,0 1 0,0 1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2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8:25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8407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3e36db9e72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3e36db9e72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013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3ee194b270_1_2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3ee194b270_1_2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3ec310839d_0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3ec310839d_0_9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3ee194b270_1_3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13ee194b270_1_3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13ec310839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13ec310839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13ec310839d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13ec310839d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04100" y="539500"/>
            <a:ext cx="4892100" cy="24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953500"/>
            <a:ext cx="24618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3232" y="1609344"/>
            <a:ext cx="4590300" cy="7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13232" y="2359152"/>
            <a:ext cx="4590300" cy="15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8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19" name="Google Shape;19;p4"/>
          <p:cNvCxnSpPr/>
          <p:nvPr/>
        </p:nvCxnSpPr>
        <p:spPr>
          <a:xfrm rot="10800000">
            <a:off x="355088" y="63000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20;p4"/>
          <p:cNvCxnSpPr/>
          <p:nvPr/>
        </p:nvCxnSpPr>
        <p:spPr>
          <a:xfrm>
            <a:off x="4688700" y="520675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21" name="Google Shape;21;p4"/>
          <p:cNvGrpSpPr/>
          <p:nvPr/>
        </p:nvGrpSpPr>
        <p:grpSpPr>
          <a:xfrm>
            <a:off x="5961413" y="1647425"/>
            <a:ext cx="1457675" cy="5553475"/>
            <a:chOff x="5961413" y="1647425"/>
            <a:chExt cx="1457675" cy="5553475"/>
          </a:xfrm>
        </p:grpSpPr>
        <p:cxnSp>
          <p:nvCxnSpPr>
            <p:cNvPr id="22" name="Google Shape;22;p4"/>
            <p:cNvCxnSpPr/>
            <p:nvPr/>
          </p:nvCxnSpPr>
          <p:spPr>
            <a:xfrm rot="10800000">
              <a:off x="6690250" y="1647425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23;p4"/>
            <p:cNvCxnSpPr/>
            <p:nvPr/>
          </p:nvCxnSpPr>
          <p:spPr>
            <a:xfrm rot="10800000">
              <a:off x="7419088" y="2687400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24;p4"/>
            <p:cNvCxnSpPr/>
            <p:nvPr/>
          </p:nvCxnSpPr>
          <p:spPr>
            <a:xfrm rot="10800000">
              <a:off x="5961413" y="2687400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6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40;p6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388100" cy="17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7433300" y="277525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9" name="Google Shape;49;p8"/>
          <p:cNvCxnSpPr/>
          <p:nvPr/>
        </p:nvCxnSpPr>
        <p:spPr>
          <a:xfrm rot="5400000">
            <a:off x="-1896950" y="4493900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1984138" y="1365713"/>
            <a:ext cx="5175600" cy="16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1985788" y="2976788"/>
            <a:ext cx="51723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356550" y="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Google Shape;54;p9"/>
          <p:cNvCxnSpPr/>
          <p:nvPr/>
        </p:nvCxnSpPr>
        <p:spPr>
          <a:xfrm rot="10800000">
            <a:off x="8787313" y="63000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4093800" y="1943725"/>
            <a:ext cx="3858900" cy="7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1"/>
          </p:nvPr>
        </p:nvSpPr>
        <p:spPr>
          <a:xfrm>
            <a:off x="4093800" y="2664025"/>
            <a:ext cx="3858900" cy="15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8" name="Google Shape;108;p18"/>
          <p:cNvGrpSpPr/>
          <p:nvPr/>
        </p:nvGrpSpPr>
        <p:grpSpPr>
          <a:xfrm>
            <a:off x="5928563" y="116900"/>
            <a:ext cx="5553475" cy="1457675"/>
            <a:chOff x="5928563" y="269300"/>
            <a:chExt cx="5553475" cy="1457675"/>
          </a:xfrm>
        </p:grpSpPr>
        <p:cxnSp>
          <p:nvCxnSpPr>
            <p:cNvPr id="109" name="Google Shape;109;p18"/>
            <p:cNvCxnSpPr/>
            <p:nvPr/>
          </p:nvCxnSpPr>
          <p:spPr>
            <a:xfrm>
              <a:off x="9225288" y="-529775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0" name="Google Shape;110;p18"/>
            <p:cNvCxnSpPr/>
            <p:nvPr/>
          </p:nvCxnSpPr>
          <p:spPr>
            <a:xfrm>
              <a:off x="8185313" y="-1258612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1" name="Google Shape;111;p18"/>
            <p:cNvCxnSpPr/>
            <p:nvPr/>
          </p:nvCxnSpPr>
          <p:spPr>
            <a:xfrm>
              <a:off x="9225288" y="-1987450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12" name="Google Shape;112;p18"/>
          <p:cNvCxnSpPr/>
          <p:nvPr/>
        </p:nvCxnSpPr>
        <p:spPr>
          <a:xfrm rot="5400000">
            <a:off x="-1896950" y="6246500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713250" y="448056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1"/>
          </p:nvPr>
        </p:nvSpPr>
        <p:spPr>
          <a:xfrm>
            <a:off x="1016025" y="3937000"/>
            <a:ext cx="7210800" cy="6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4" name="Google Shape;124;p20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20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title" idx="2"/>
          </p:nvPr>
        </p:nvSpPr>
        <p:spPr>
          <a:xfrm>
            <a:off x="719876" y="3344825"/>
            <a:ext cx="259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subTitle" idx="1"/>
          </p:nvPr>
        </p:nvSpPr>
        <p:spPr>
          <a:xfrm>
            <a:off x="719876" y="3799395"/>
            <a:ext cx="25968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title" idx="3"/>
          </p:nvPr>
        </p:nvSpPr>
        <p:spPr>
          <a:xfrm>
            <a:off x="3274350" y="2244158"/>
            <a:ext cx="25953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4"/>
          </p:nvPr>
        </p:nvSpPr>
        <p:spPr>
          <a:xfrm>
            <a:off x="3273537" y="2698728"/>
            <a:ext cx="25968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title" idx="5"/>
          </p:nvPr>
        </p:nvSpPr>
        <p:spPr>
          <a:xfrm>
            <a:off x="5827198" y="3344825"/>
            <a:ext cx="2596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6"/>
          </p:nvPr>
        </p:nvSpPr>
        <p:spPr>
          <a:xfrm>
            <a:off x="5827198" y="3799395"/>
            <a:ext cx="25968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0" name="Google Shape;170;p27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27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title" idx="2"/>
          </p:nvPr>
        </p:nvSpPr>
        <p:spPr>
          <a:xfrm>
            <a:off x="2719562" y="1306775"/>
            <a:ext cx="4727400" cy="48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subTitle" idx="1"/>
          </p:nvPr>
        </p:nvSpPr>
        <p:spPr>
          <a:xfrm>
            <a:off x="2719562" y="1788875"/>
            <a:ext cx="4727400" cy="35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title" idx="3"/>
          </p:nvPr>
        </p:nvSpPr>
        <p:spPr>
          <a:xfrm>
            <a:off x="2719562" y="3740153"/>
            <a:ext cx="4727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ubTitle" idx="4"/>
          </p:nvPr>
        </p:nvSpPr>
        <p:spPr>
          <a:xfrm>
            <a:off x="2719562" y="4224650"/>
            <a:ext cx="4727400" cy="3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 idx="5"/>
          </p:nvPr>
        </p:nvSpPr>
        <p:spPr>
          <a:xfrm>
            <a:off x="2719562" y="2523236"/>
            <a:ext cx="4727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subTitle" idx="6"/>
          </p:nvPr>
        </p:nvSpPr>
        <p:spPr>
          <a:xfrm>
            <a:off x="2719562" y="3007736"/>
            <a:ext cx="47256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0" name="Google Shape;180;p28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28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title" idx="2"/>
          </p:nvPr>
        </p:nvSpPr>
        <p:spPr>
          <a:xfrm>
            <a:off x="2406894" y="2543450"/>
            <a:ext cx="2094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2406894" y="2883606"/>
            <a:ext cx="20940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 idx="3"/>
          </p:nvPr>
        </p:nvSpPr>
        <p:spPr>
          <a:xfrm>
            <a:off x="4643106" y="2543700"/>
            <a:ext cx="2094000" cy="41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4"/>
          </p:nvPr>
        </p:nvSpPr>
        <p:spPr>
          <a:xfrm>
            <a:off x="4643106" y="2882906"/>
            <a:ext cx="20940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 idx="5"/>
          </p:nvPr>
        </p:nvSpPr>
        <p:spPr>
          <a:xfrm>
            <a:off x="713225" y="3630625"/>
            <a:ext cx="20949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6"/>
          </p:nvPr>
        </p:nvSpPr>
        <p:spPr>
          <a:xfrm>
            <a:off x="713675" y="3966038"/>
            <a:ext cx="2094000" cy="3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title" idx="7"/>
          </p:nvPr>
        </p:nvSpPr>
        <p:spPr>
          <a:xfrm>
            <a:off x="6331189" y="3644700"/>
            <a:ext cx="2094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8"/>
          </p:nvPr>
        </p:nvSpPr>
        <p:spPr>
          <a:xfrm>
            <a:off x="6331189" y="3980000"/>
            <a:ext cx="20940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2" name="Google Shape;192;p29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9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194" name="Google Shape;194;p29"/>
          <p:cNvGrpSpPr/>
          <p:nvPr/>
        </p:nvGrpSpPr>
        <p:grpSpPr>
          <a:xfrm>
            <a:off x="3839763" y="3769250"/>
            <a:ext cx="1457675" cy="4943875"/>
            <a:chOff x="3839763" y="3769250"/>
            <a:chExt cx="1457675" cy="4943875"/>
          </a:xfrm>
        </p:grpSpPr>
        <p:cxnSp>
          <p:nvCxnSpPr>
            <p:cNvPr id="195" name="Google Shape;195;p29"/>
            <p:cNvCxnSpPr/>
            <p:nvPr/>
          </p:nvCxnSpPr>
          <p:spPr>
            <a:xfrm rot="10800000">
              <a:off x="3839763" y="4199625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6" name="Google Shape;196;p29"/>
            <p:cNvCxnSpPr/>
            <p:nvPr/>
          </p:nvCxnSpPr>
          <p:spPr>
            <a:xfrm rot="10800000">
              <a:off x="4568600" y="3769250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7" name="Google Shape;197;p29"/>
            <p:cNvCxnSpPr/>
            <p:nvPr/>
          </p:nvCxnSpPr>
          <p:spPr>
            <a:xfrm rot="10800000">
              <a:off x="5297438" y="4199625"/>
              <a:ext cx="0" cy="4513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title" idx="2"/>
          </p:nvPr>
        </p:nvSpPr>
        <p:spPr>
          <a:xfrm>
            <a:off x="712938" y="1685550"/>
            <a:ext cx="2569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subTitle" idx="1"/>
          </p:nvPr>
        </p:nvSpPr>
        <p:spPr>
          <a:xfrm>
            <a:off x="712938" y="2120384"/>
            <a:ext cx="2569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 idx="3"/>
          </p:nvPr>
        </p:nvSpPr>
        <p:spPr>
          <a:xfrm>
            <a:off x="3287250" y="1685550"/>
            <a:ext cx="2569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4"/>
          </p:nvPr>
        </p:nvSpPr>
        <p:spPr>
          <a:xfrm>
            <a:off x="3287250" y="2116975"/>
            <a:ext cx="2569500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5"/>
          </p:nvPr>
        </p:nvSpPr>
        <p:spPr>
          <a:xfrm>
            <a:off x="712938" y="3337560"/>
            <a:ext cx="25695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6"/>
          </p:nvPr>
        </p:nvSpPr>
        <p:spPr>
          <a:xfrm>
            <a:off x="712950" y="3773723"/>
            <a:ext cx="25695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7"/>
          </p:nvPr>
        </p:nvSpPr>
        <p:spPr>
          <a:xfrm>
            <a:off x="3287250" y="3337560"/>
            <a:ext cx="25695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8"/>
          </p:nvPr>
        </p:nvSpPr>
        <p:spPr>
          <a:xfrm>
            <a:off x="3287255" y="3770327"/>
            <a:ext cx="2569500" cy="6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9"/>
          </p:nvPr>
        </p:nvSpPr>
        <p:spPr>
          <a:xfrm>
            <a:off x="5858558" y="1685544"/>
            <a:ext cx="2569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subTitle" idx="13"/>
          </p:nvPr>
        </p:nvSpPr>
        <p:spPr>
          <a:xfrm>
            <a:off x="5858558" y="2116975"/>
            <a:ext cx="2569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title" idx="14"/>
          </p:nvPr>
        </p:nvSpPr>
        <p:spPr>
          <a:xfrm>
            <a:off x="5858558" y="3337612"/>
            <a:ext cx="25695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5"/>
          </p:nvPr>
        </p:nvSpPr>
        <p:spPr>
          <a:xfrm>
            <a:off x="5858557" y="3770327"/>
            <a:ext cx="2569500" cy="6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12" name="Google Shape;212;p30"/>
          <p:cNvCxnSpPr/>
          <p:nvPr/>
        </p:nvCxnSpPr>
        <p:spPr>
          <a:xfrm>
            <a:off x="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30"/>
          <p:cNvCxnSpPr/>
          <p:nvPr/>
        </p:nvCxnSpPr>
        <p:spPr>
          <a:xfrm>
            <a:off x="8429550" y="731375"/>
            <a:ext cx="707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4"/>
          <p:cNvCxnSpPr/>
          <p:nvPr/>
        </p:nvCxnSpPr>
        <p:spPr>
          <a:xfrm>
            <a:off x="4688700" y="275725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43" name="Google Shape;243;p34"/>
          <p:cNvCxnSpPr/>
          <p:nvPr/>
        </p:nvCxnSpPr>
        <p:spPr>
          <a:xfrm rot="10800000">
            <a:off x="0" y="4904375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35"/>
          <p:cNvCxnSpPr/>
          <p:nvPr/>
        </p:nvCxnSpPr>
        <p:spPr>
          <a:xfrm>
            <a:off x="342713" y="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35"/>
          <p:cNvCxnSpPr/>
          <p:nvPr/>
        </p:nvCxnSpPr>
        <p:spPr>
          <a:xfrm rot="10800000">
            <a:off x="8785338" y="63000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oppins SemiBold"/>
              <a:buNone/>
              <a:defRPr sz="3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64" r:id="rId6"/>
    <p:sldLayoutId id="2147483666" r:id="rId7"/>
    <p:sldLayoutId id="2147483673" r:id="rId8"/>
    <p:sldLayoutId id="2147483674" r:id="rId9"/>
    <p:sldLayoutId id="2147483675" r:id="rId10"/>
    <p:sldLayoutId id="2147483676" r:id="rId11"/>
    <p:sldLayoutId id="2147483680" r:id="rId12"/>
    <p:sldLayoutId id="214748368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2.png"/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4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.xml"/><Relationship Id="rId11" Type="http://schemas.openxmlformats.org/officeDocument/2006/relationships/image" Target="../media/image11.png"/><Relationship Id="rId24" Type="http://schemas.openxmlformats.org/officeDocument/2006/relationships/customXml" Target="../ink/ink10.xml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customXml" Target="../ink/ink3.xml"/><Relationship Id="rId19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ctrTitle"/>
          </p:nvPr>
        </p:nvSpPr>
        <p:spPr>
          <a:xfrm>
            <a:off x="342713" y="531685"/>
            <a:ext cx="5251215" cy="24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200"/>
              <a:t>Анализ воронки покупки авиабилетов</a:t>
            </a:r>
            <a:br>
              <a:rPr lang="ru-RU" sz="5200"/>
            </a:br>
            <a:endParaRPr lang="ru-RU" dirty="0"/>
          </a:p>
        </p:txBody>
      </p:sp>
      <p:sp>
        <p:nvSpPr>
          <p:cNvPr id="258" name="Google Shape;258;p39"/>
          <p:cNvSpPr txBox="1">
            <a:spLocks noGrp="1"/>
          </p:cNvSpPr>
          <p:nvPr>
            <p:ph type="subTitle" idx="1"/>
          </p:nvPr>
        </p:nvSpPr>
        <p:spPr>
          <a:xfrm>
            <a:off x="414930" y="3104470"/>
            <a:ext cx="3367715" cy="1420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>
                <a:latin typeface="Georgia" panose="02040502050405020303" pitchFamily="18" charset="0"/>
                <a:ea typeface="Verdana" panose="020B0604030504040204" pitchFamily="34" charset="0"/>
                <a:cs typeface="Futura Medium" panose="020B0602020204020303" pitchFamily="34" charset="-79"/>
              </a:rPr>
              <a:t>Исследование пользовательского пути от поиска до покупки и поиск точек роста конверсии</a:t>
            </a:r>
            <a:endParaRPr lang="ru-RU" dirty="0">
              <a:latin typeface="Georgia" panose="02040502050405020303" pitchFamily="18" charset="0"/>
              <a:ea typeface="Verdana" panose="020B0604030504040204" pitchFamily="34" charset="0"/>
              <a:cs typeface="Futura Medium" panose="020B0602020204020303" pitchFamily="34" charset="-79"/>
            </a:endParaRPr>
          </a:p>
        </p:txBody>
      </p:sp>
      <p:cxnSp>
        <p:nvCxnSpPr>
          <p:cNvPr id="259" name="Google Shape;259;p39"/>
          <p:cNvCxnSpPr/>
          <p:nvPr/>
        </p:nvCxnSpPr>
        <p:spPr>
          <a:xfrm>
            <a:off x="342713" y="11800"/>
            <a:ext cx="0" cy="45135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39"/>
          <p:cNvCxnSpPr/>
          <p:nvPr/>
        </p:nvCxnSpPr>
        <p:spPr>
          <a:xfrm>
            <a:off x="4688700" y="641813"/>
            <a:ext cx="4455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D9DAC4-9049-F04E-BBDA-E166409E7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362" y="199369"/>
            <a:ext cx="4054255" cy="522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2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420;p40">
            <a:extLst>
              <a:ext uri="{FF2B5EF4-FFF2-40B4-BE49-F238E27FC236}">
                <a16:creationId xmlns:a16="http://schemas.microsoft.com/office/drawing/2014/main" id="{17CE0431-01E1-3D48-9778-97F6073AE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Бизнес-задача и данные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57326-7D8E-CA4C-AD9F-1C49843CB81E}"/>
              </a:ext>
            </a:extLst>
          </p:cNvPr>
          <p:cNvSpPr txBox="1"/>
          <p:nvPr/>
        </p:nvSpPr>
        <p:spPr>
          <a:xfrm>
            <a:off x="480646" y="1204025"/>
            <a:ext cx="8182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Цель исследования — понять, на каких этапах пользователи теряются чаще всего, выявить возможные причины снижения конверсии и предложить продуктовые гипотезы для улучшения воронки.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BF104-7A6A-6F43-94B9-EE42E1B974C0}"/>
              </a:ext>
            </a:extLst>
          </p:cNvPr>
          <p:cNvSpPr txBox="1"/>
          <p:nvPr/>
        </p:nvSpPr>
        <p:spPr>
          <a:xfrm>
            <a:off x="480646" y="2404354"/>
            <a:ext cx="8249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проекте анализируется путь пользователя: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Поиск → Выдача →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→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→ Успешная покупка.</a:t>
            </a:r>
          </a:p>
          <a:p>
            <a:endParaRPr lang="ru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E8CEA4-83D4-344E-BF41-12483F06E1E7}"/>
              </a:ext>
            </a:extLst>
          </p:cNvPr>
          <p:cNvSpPr txBox="1"/>
          <p:nvPr/>
        </p:nvSpPr>
        <p:spPr>
          <a:xfrm>
            <a:off x="480646" y="3163354"/>
            <a:ext cx="7956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рамках проекта были проанализированы шаги воронки, поведение пользователей на проблемных этапах, месячная динамика метрик и сформулированы продуктовые гипотезы с дизайном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A/B-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теста.</a:t>
            </a:r>
          </a:p>
          <a:p>
            <a:endParaRPr lang="ru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6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D5AA0-71E8-154E-859A-7B1AF3C1F8FF}"/>
              </a:ext>
            </a:extLst>
          </p:cNvPr>
          <p:cNvSpPr txBox="1"/>
          <p:nvPr/>
        </p:nvSpPr>
        <p:spPr>
          <a:xfrm>
            <a:off x="3155430" y="47968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D06E9F-2E60-2941-A24C-696556AB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0"/>
            <a:ext cx="72009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"/>
          <p:cNvSpPr txBox="1">
            <a:spLocks noGrp="1"/>
          </p:cNvSpPr>
          <p:nvPr>
            <p:ph type="title"/>
          </p:nvPr>
        </p:nvSpPr>
        <p:spPr>
          <a:xfrm>
            <a:off x="975698" y="127677"/>
            <a:ext cx="4590300" cy="7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Воронка</a:t>
            </a:r>
            <a:endParaRPr dirty="0"/>
          </a:p>
        </p:txBody>
      </p:sp>
      <p:sp>
        <p:nvSpPr>
          <p:cNvPr id="567" name="Google Shape;567;p44"/>
          <p:cNvSpPr txBox="1">
            <a:spLocks noGrp="1"/>
          </p:cNvSpPr>
          <p:nvPr>
            <p:ph type="body" idx="1"/>
          </p:nvPr>
        </p:nvSpPr>
        <p:spPr>
          <a:xfrm>
            <a:off x="360209" y="877377"/>
            <a:ext cx="5562374" cy="4266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ru-RU" dirty="0"/>
              <a:t>Воронка начинается с</a:t>
            </a:r>
          </a:p>
          <a:p>
            <a:pPr marL="177800" indent="0">
              <a:buNone/>
            </a:pPr>
            <a:r>
              <a:rPr lang="ru-RU" b="1" dirty="0"/>
              <a:t>37 718</a:t>
            </a:r>
            <a:r>
              <a:rPr lang="ru-RU" dirty="0"/>
              <a:t> сессий на этапе поиска и заканчивается </a:t>
            </a:r>
          </a:p>
          <a:p>
            <a:pPr marL="177800" indent="0">
              <a:buNone/>
            </a:pPr>
            <a:r>
              <a:rPr lang="ru-RU" b="1" dirty="0"/>
              <a:t>2 362</a:t>
            </a:r>
            <a:r>
              <a:rPr lang="ru-RU" dirty="0"/>
              <a:t> успешными покупками.</a:t>
            </a:r>
          </a:p>
          <a:p>
            <a:pPr marL="177800" indent="0">
              <a:buNone/>
            </a:pPr>
            <a:endParaRPr lang="ru-RU" dirty="0"/>
          </a:p>
          <a:p>
            <a:pPr marL="177800" indent="0">
              <a:buNone/>
            </a:pPr>
            <a:r>
              <a:rPr lang="ru-RU" dirty="0"/>
              <a:t>Итоговая конверсия из поиска в покупку - </a:t>
            </a:r>
            <a:r>
              <a:rPr lang="ru-RU" b="1" dirty="0"/>
              <a:t>6.26%</a:t>
            </a:r>
            <a:r>
              <a:rPr lang="ru-RU" dirty="0"/>
              <a:t>.</a:t>
            </a:r>
          </a:p>
          <a:p>
            <a:pPr marL="177800" indent="0">
              <a:buNone/>
            </a:pPr>
            <a:endParaRPr lang="ru-RU" dirty="0"/>
          </a:p>
          <a:p>
            <a:pPr marL="177800" indent="0">
              <a:buNone/>
            </a:pPr>
            <a:r>
              <a:rPr lang="ru-RU" dirty="0"/>
              <a:t>Самая большая потеря </a:t>
            </a:r>
            <a:r>
              <a:rPr lang="ru-RU" b="1" dirty="0"/>
              <a:t>Выдача → </a:t>
            </a:r>
            <a:r>
              <a:rPr lang="ru-RU" b="1" dirty="0" err="1"/>
              <a:t>Оффер</a:t>
            </a:r>
            <a:r>
              <a:rPr lang="ru-RU" dirty="0"/>
              <a:t>: минус </a:t>
            </a:r>
            <a:r>
              <a:rPr lang="ru-RU" b="1" dirty="0"/>
              <a:t>16.6 тыс. сессий</a:t>
            </a:r>
            <a:r>
              <a:rPr lang="ru-RU" dirty="0"/>
              <a:t>, или около </a:t>
            </a:r>
            <a:r>
              <a:rPr lang="ru-RU" b="1" dirty="0"/>
              <a:t>48%</a:t>
            </a:r>
            <a:r>
              <a:rPr lang="ru-RU" dirty="0"/>
              <a:t> пользователей предыдущего этапа.  </a:t>
            </a:r>
          </a:p>
          <a:p>
            <a:pPr marL="177800" indent="0">
              <a:buNone/>
            </a:pPr>
            <a:endParaRPr lang="ru-RU" dirty="0"/>
          </a:p>
          <a:p>
            <a:pPr marL="177800" indent="0">
              <a:buNone/>
            </a:pPr>
            <a:r>
              <a:rPr lang="ru-RU" dirty="0"/>
              <a:t>Ключевые зоны роста находятся на экране выдачи и на этапе оформления заказа.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7"/>
          <p:cNvSpPr txBox="1">
            <a:spLocks noGrp="1"/>
          </p:cNvSpPr>
          <p:nvPr>
            <p:ph type="title"/>
          </p:nvPr>
        </p:nvSpPr>
        <p:spPr>
          <a:xfrm>
            <a:off x="713250" y="234175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Время на выдаче</a:t>
            </a:r>
            <a:endParaRPr i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F63E9-8870-7449-8636-B2630F9C11AC}"/>
              </a:ext>
            </a:extLst>
          </p:cNvPr>
          <p:cNvSpPr txBox="1"/>
          <p:nvPr/>
        </p:nvSpPr>
        <p:spPr>
          <a:xfrm>
            <a:off x="0" y="1128611"/>
            <a:ext cx="40467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пользователь переходит в </a:t>
            </a:r>
            <a:r>
              <a:rPr lang="ru-RU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быстро, вероятность продолжить путь заметно выше.</a:t>
            </a:r>
          </a:p>
          <a:p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Например, при времени на выдаче до 10 секунд до </a:t>
            </a:r>
            <a:r>
              <a:rPr lang="ru-RU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оффера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доходят около 95.7% сессий, а при времени 60+ минут — около 46.7%.  </a:t>
            </a:r>
          </a:p>
          <a:p>
            <a:endParaRPr lang="ru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866F43E-0199-4F40-9418-4137B72CFB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84"/>
          <a:stretch/>
        </p:blipFill>
        <p:spPr>
          <a:xfrm>
            <a:off x="4053526" y="1128611"/>
            <a:ext cx="4987750" cy="38675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3457A6-4809-E740-88DD-50A37625073A}"/>
              </a:ext>
            </a:extLst>
          </p:cNvPr>
          <p:cNvSpPr txBox="1"/>
          <p:nvPr/>
        </p:nvSpPr>
        <p:spPr>
          <a:xfrm>
            <a:off x="6750" y="3062409"/>
            <a:ext cx="40467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Чем дольше пользователь “застревает” на выдаче, тем ниже шанс перехода дальше.</a:t>
            </a:r>
          </a:p>
          <a:p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 может указывать на сложность выбора, слабую релевантность результатов или перегруженный интерфейс.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8"/>
          <p:cNvSpPr txBox="1">
            <a:spLocks noGrp="1"/>
          </p:cNvSpPr>
          <p:nvPr>
            <p:ph type="title"/>
          </p:nvPr>
        </p:nvSpPr>
        <p:spPr>
          <a:xfrm>
            <a:off x="713250" y="220494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/>
              <a:t>Сессии и конверсия по месяцам 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54CC311-67C6-7A40-AF78-41C36EBB5D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66"/>
          <a:stretch/>
        </p:blipFill>
        <p:spPr>
          <a:xfrm>
            <a:off x="0" y="1130322"/>
            <a:ext cx="4572000" cy="365785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C3685FE-BA78-FB45-8F7D-2E7999EEE4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515"/>
          <a:stretch/>
        </p:blipFill>
        <p:spPr>
          <a:xfrm>
            <a:off x="4459045" y="1130323"/>
            <a:ext cx="4684955" cy="3657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9"/>
          <p:cNvSpPr txBox="1">
            <a:spLocks noGrp="1"/>
          </p:cNvSpPr>
          <p:nvPr>
            <p:ph type="title"/>
          </p:nvPr>
        </p:nvSpPr>
        <p:spPr>
          <a:xfrm>
            <a:off x="2204520" y="284769"/>
            <a:ext cx="473496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А</a:t>
            </a:r>
            <a:r>
              <a:rPr lang="ru-RU" b="1" dirty="0" err="1"/>
              <a:t>номалия</a:t>
            </a:r>
            <a:r>
              <a:rPr lang="ru-RU" b="1" dirty="0"/>
              <a:t> в июле</a:t>
            </a:r>
            <a:endParaRPr i="1" dirty="0"/>
          </a:p>
        </p:txBody>
      </p:sp>
      <p:sp>
        <p:nvSpPr>
          <p:cNvPr id="917" name="Google Shape;917;p49"/>
          <p:cNvSpPr txBox="1">
            <a:spLocks noGrp="1"/>
          </p:cNvSpPr>
          <p:nvPr>
            <p:ph type="subTitle" idx="1"/>
          </p:nvPr>
        </p:nvSpPr>
        <p:spPr>
          <a:xfrm>
            <a:off x="659876" y="1436111"/>
            <a:ext cx="7824247" cy="3137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/>
            <a:r>
              <a:rPr lang="ru-RU" dirty="0"/>
              <a:t>В большинстве месяцев метрики были относительно стабильны.</a:t>
            </a:r>
          </a:p>
          <a:p>
            <a:pPr marL="139700" indent="0" algn="l"/>
            <a:endParaRPr lang="ru-RU" dirty="0"/>
          </a:p>
          <a:p>
            <a:pPr marL="139700" indent="0" algn="l"/>
            <a:r>
              <a:rPr lang="ru-RU" dirty="0"/>
              <a:t>В </a:t>
            </a:r>
            <a:r>
              <a:rPr lang="ru-RU" b="1" dirty="0"/>
              <a:t>июле 2025 года</a:t>
            </a:r>
            <a:r>
              <a:rPr lang="ru-RU" dirty="0"/>
              <a:t> количество покупок и конверсия в покупку резко снизились. При этом объем пользователей и сессий оставался сопоставимым с соседними месяцами.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139700" indent="0" algn="l"/>
            <a:r>
              <a:rPr lang="ru-RU" dirty="0"/>
              <a:t>Это значит, что проблема июля связана не со снижением трафика, а с ухудшением прохождения воронки.</a:t>
            </a:r>
          </a:p>
        </p:txBody>
      </p:sp>
      <p:sp>
        <p:nvSpPr>
          <p:cNvPr id="922" name="Google Shape;922;p49"/>
          <p:cNvSpPr txBox="1">
            <a:spLocks noGrp="1"/>
          </p:cNvSpPr>
          <p:nvPr>
            <p:ph type="title" idx="2"/>
          </p:nvPr>
        </p:nvSpPr>
        <p:spPr>
          <a:xfrm>
            <a:off x="5614876" y="5896195"/>
            <a:ext cx="2569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0"/>
          <p:cNvSpPr txBox="1">
            <a:spLocks noGrp="1"/>
          </p:cNvSpPr>
          <p:nvPr>
            <p:ph type="title"/>
          </p:nvPr>
        </p:nvSpPr>
        <p:spPr>
          <a:xfrm>
            <a:off x="0" y="-348792"/>
            <a:ext cx="6400800" cy="11500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2800" b="1" dirty="0"/>
              <a:t>Июльская просадка 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016AA3-5C0E-3442-8307-E8FEB2EEF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14" r="23694" b="6164"/>
          <a:stretch/>
        </p:blipFill>
        <p:spPr>
          <a:xfrm>
            <a:off x="3649352" y="590353"/>
            <a:ext cx="5494648" cy="455314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9DC45A1B-612E-3A43-867B-90A3C363FF12}"/>
              </a:ext>
            </a:extLst>
          </p:cNvPr>
          <p:cNvSpPr txBox="1"/>
          <p:nvPr/>
        </p:nvSpPr>
        <p:spPr>
          <a:xfrm>
            <a:off x="389110" y="583071"/>
            <a:ext cx="30575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Основное отставание июля начинается на этапе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оффера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усиливается на шагах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чекаута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покупки.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 указывает на локальную проблему в процессе оформления или покупки.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Значит, июльская аномалия — это не проблема привлечения, а проблема нижней части воронки.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42B16F-B62D-0847-B41C-69FC1B3523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51"/>
          <a:stretch/>
        </p:blipFill>
        <p:spPr>
          <a:xfrm>
            <a:off x="3970517" y="886380"/>
            <a:ext cx="1966319" cy="3110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357EAA-EC48-B148-8E2B-F7459750E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649" y="1320660"/>
            <a:ext cx="1364836" cy="8294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8BA6A3D7-C11E-3043-86F9-FA4449E61673}"/>
                  </a:ext>
                </a:extLst>
              </p14:cNvPr>
              <p14:cNvContentPartPr/>
              <p14:nvPr/>
            </p14:nvContentPartPr>
            <p14:xfrm>
              <a:off x="9057065" y="1403460"/>
              <a:ext cx="60480" cy="14148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8BA6A3D7-C11E-3043-86F9-FA4449E616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8065" y="1394460"/>
                <a:ext cx="781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EF7E90E2-3C69-F94C-983B-A43A3C9603B3}"/>
                  </a:ext>
                </a:extLst>
              </p14:cNvPr>
              <p14:cNvContentPartPr/>
              <p14:nvPr/>
            </p14:nvContentPartPr>
            <p14:xfrm>
              <a:off x="9085145" y="1320660"/>
              <a:ext cx="50040" cy="2109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EF7E90E2-3C69-F94C-983B-A43A3C9603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76505" y="1311660"/>
                <a:ext cx="676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10AD9BF9-B393-E54A-999B-199AE0702746}"/>
                  </a:ext>
                </a:extLst>
              </p14:cNvPr>
              <p14:cNvContentPartPr/>
              <p14:nvPr/>
            </p14:nvContentPartPr>
            <p14:xfrm>
              <a:off x="9132665" y="1427940"/>
              <a:ext cx="360" cy="3204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10AD9BF9-B393-E54A-999B-199AE07027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23665" y="1418940"/>
                <a:ext cx="18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8E734854-111A-204B-A43D-297FF4755A82}"/>
                  </a:ext>
                </a:extLst>
              </p14:cNvPr>
              <p14:cNvContentPartPr/>
              <p14:nvPr/>
            </p14:nvContentPartPr>
            <p14:xfrm>
              <a:off x="8306465" y="650200"/>
              <a:ext cx="101520" cy="24660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8E734854-111A-204B-A43D-297FF4755A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97825" y="641200"/>
                <a:ext cx="1191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338D1E86-708A-F44E-996A-833DD5E525DE}"/>
                  </a:ext>
                </a:extLst>
              </p14:cNvPr>
              <p14:cNvContentPartPr/>
              <p14:nvPr/>
            </p14:nvContentPartPr>
            <p14:xfrm>
              <a:off x="8444705" y="717880"/>
              <a:ext cx="526320" cy="12888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338D1E86-708A-F44E-996A-833DD5E525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35705" y="708880"/>
                <a:ext cx="5439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943CBB42-4204-5D44-816F-ACE69B4F034B}"/>
                  </a:ext>
                </a:extLst>
              </p14:cNvPr>
              <p14:cNvContentPartPr/>
              <p14:nvPr/>
            </p14:nvContentPartPr>
            <p14:xfrm>
              <a:off x="8922425" y="686200"/>
              <a:ext cx="131400" cy="18180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943CBB42-4204-5D44-816F-ACE69B4F03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13785" y="677200"/>
                <a:ext cx="149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AB115965-EAC1-B74F-A05B-19190516A5F0}"/>
                  </a:ext>
                </a:extLst>
              </p14:cNvPr>
              <p14:cNvContentPartPr/>
              <p14:nvPr/>
            </p14:nvContentPartPr>
            <p14:xfrm>
              <a:off x="8863025" y="670000"/>
              <a:ext cx="275040" cy="21420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AB115965-EAC1-B74F-A05B-19190516A5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54025" y="661360"/>
                <a:ext cx="29268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E5B0B48-0E61-BF4E-B535-568610A8ACB1}"/>
              </a:ext>
            </a:extLst>
          </p:cNvPr>
          <p:cNvGrpSpPr/>
          <p:nvPr/>
        </p:nvGrpSpPr>
        <p:grpSpPr>
          <a:xfrm>
            <a:off x="9112505" y="697720"/>
            <a:ext cx="25920" cy="164880"/>
            <a:chOff x="9112505" y="697720"/>
            <a:chExt cx="2592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4F05C5AE-D1F8-2B4F-8EC0-E43DB0BE97C5}"/>
                    </a:ext>
                  </a:extLst>
                </p14:cNvPr>
                <p14:cNvContentPartPr/>
                <p14:nvPr/>
              </p14:nvContentPartPr>
              <p14:xfrm>
                <a:off x="9112505" y="697720"/>
                <a:ext cx="9360" cy="16488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4F05C5AE-D1F8-2B4F-8EC0-E43DB0BE97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03865" y="689080"/>
                  <a:ext cx="27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3AFBD5C3-F4C8-1748-95AE-9DF2AD029CE6}"/>
                    </a:ext>
                  </a:extLst>
                </p14:cNvPr>
                <p14:cNvContentPartPr/>
                <p14:nvPr/>
              </p14:nvContentPartPr>
              <p14:xfrm>
                <a:off x="9138065" y="736960"/>
                <a:ext cx="360" cy="360"/>
              </p14:xfrm>
            </p:contentPart>
          </mc:Choice>
          <mc:Fallback xmlns=""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3AFBD5C3-F4C8-1748-95AE-9DF2AD029C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29425" y="7283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B0E00318-270E-6E40-B2B6-7CB85C310A47}"/>
                  </a:ext>
                </a:extLst>
              </p14:cNvPr>
              <p14:cNvContentPartPr/>
              <p14:nvPr/>
            </p14:nvContentPartPr>
            <p14:xfrm>
              <a:off x="9134105" y="828040"/>
              <a:ext cx="360" cy="360"/>
            </p14:xfrm>
          </p:contentPart>
        </mc:Choice>
        <mc:Fallback xmlns=""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B0E00318-270E-6E40-B2B6-7CB85C310A4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25465" y="8190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CE52D-3F95-A541-8CFC-FA641B8A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025"/>
            <a:ext cx="3914775" cy="1038225"/>
          </a:xfrm>
        </p:spPr>
        <p:txBody>
          <a:bodyPr/>
          <a:lstStyle/>
          <a:p>
            <a:r>
              <a:rPr lang="ru-US" sz="2800" dirty="0"/>
              <a:t>Чекаут –</a:t>
            </a:r>
            <a:r>
              <a:rPr lang="en-US" sz="2800" dirty="0"/>
              <a:t>&gt;</a:t>
            </a:r>
            <a:r>
              <a:rPr lang="ru-RU" sz="2800" dirty="0"/>
              <a:t> Покупка</a:t>
            </a:r>
            <a:endParaRPr lang="ru-US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2D0B2D-E562-B940-A045-95A74CACD7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25" r="9788" b="5000"/>
          <a:stretch/>
        </p:blipFill>
        <p:spPr>
          <a:xfrm>
            <a:off x="2647950" y="561974"/>
            <a:ext cx="6496050" cy="458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B391A8-7E31-D340-B97E-B23A6082D18D}"/>
              </a:ext>
            </a:extLst>
          </p:cNvPr>
          <p:cNvSpPr txBox="1"/>
          <p:nvPr/>
        </p:nvSpPr>
        <p:spPr>
          <a:xfrm>
            <a:off x="304799" y="1359664"/>
            <a:ext cx="23431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Фев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июн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 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стабилен на уровне 36–38%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Июль: падение до ~17%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Август: возврат к норме</a:t>
            </a:r>
          </a:p>
          <a:p>
            <a:endParaRPr lang="ru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16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0AE23F-54E9-E144-8F94-25294848C8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5" r="8942" b="2815"/>
          <a:stretch/>
        </p:blipFill>
        <p:spPr>
          <a:xfrm>
            <a:off x="2480310" y="205740"/>
            <a:ext cx="6557010" cy="4732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9D0C43-671C-0540-9F95-2F1C38595EF0}"/>
              </a:ext>
            </a:extLst>
          </p:cNvPr>
          <p:cNvSpPr txBox="1"/>
          <p:nvPr/>
        </p:nvSpPr>
        <p:spPr>
          <a:xfrm>
            <a:off x="118110" y="106680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Время на шаге Чекаут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7391C-8CC6-D942-9964-E29BAC7A978D}"/>
              </a:ext>
            </a:extLst>
          </p:cNvPr>
          <p:cNvSpPr txBox="1"/>
          <p:nvPr/>
        </p:nvSpPr>
        <p:spPr>
          <a:xfrm>
            <a:off x="118110" y="1294626"/>
            <a:ext cx="23622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июле пользователи, не завершившие покупку, в среднем проводили на шаге </a:t>
            </a:r>
            <a:r>
              <a:rPr lang="ru-RU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чекаута</a:t>
            </a:r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больше времени, чем пользователи с успешной покупкой.</a:t>
            </a:r>
            <a:b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этапе оформления есть барьеры, которые мешают пользователям завершить заказ.</a:t>
            </a:r>
          </a:p>
        </p:txBody>
      </p:sp>
    </p:spTree>
    <p:extLst>
      <p:ext uri="{BB962C8B-B14F-4D97-AF65-F5344CB8AC3E}">
        <p14:creationId xmlns:p14="http://schemas.microsoft.com/office/powerpoint/2010/main" val="422043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172450" cy="12161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Рост среднего чека и числа билетов</a:t>
            </a:r>
            <a:br>
              <a:rPr lang="ru-RU" sz="2800" dirty="0"/>
            </a:br>
            <a:endParaRPr lang="en-US" sz="2800" i="1" dirty="0"/>
          </a:p>
        </p:txBody>
      </p:sp>
      <p:sp>
        <p:nvSpPr>
          <p:cNvPr id="1300" name="Google Shape;1300;p53"/>
          <p:cNvSpPr txBox="1">
            <a:spLocks noGrp="1"/>
          </p:cNvSpPr>
          <p:nvPr>
            <p:ph type="subTitle" idx="1"/>
          </p:nvPr>
        </p:nvSpPr>
        <p:spPr>
          <a:xfrm>
            <a:off x="866137" y="1216124"/>
            <a:ext cx="7164075" cy="3736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Конверсия по каналам отличается </a:t>
            </a:r>
            <a:r>
              <a:rPr lang="ru-RU" b="1" dirty="0"/>
              <a:t>умеренно</a:t>
            </a:r>
            <a:r>
              <a:rPr lang="ru-RU" dirty="0"/>
              <a:t>: разброс есть, но он недостаточен, чтобы объяснить основную просадку воронки.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Начиная с июля растут </a:t>
            </a:r>
            <a:r>
              <a:rPr lang="ru-RU" b="1" dirty="0"/>
              <a:t>средняя цена покупки</a:t>
            </a:r>
            <a:r>
              <a:rPr lang="ru-RU" dirty="0"/>
              <a:t> и </a:t>
            </a:r>
            <a:r>
              <a:rPr lang="ru-RU" b="1" dirty="0"/>
              <a:t>среднее число билетов в заказе</a:t>
            </a:r>
            <a:r>
              <a:rPr lang="ru-RU" dirty="0"/>
              <a:t>, однако уже в августе конверсия восстанавливается, хотя эти показатели остаются высокими.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Просадка конверсии не объясняется только качеством трафика или удорожанием покупки.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58"/>
          <p:cNvSpPr txBox="1">
            <a:spLocks noGrp="1"/>
          </p:cNvSpPr>
          <p:nvPr>
            <p:ph type="title"/>
          </p:nvPr>
        </p:nvSpPr>
        <p:spPr>
          <a:xfrm>
            <a:off x="713250" y="0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i="1" dirty="0"/>
              <a:t>Основные выводы</a:t>
            </a:r>
            <a:endParaRPr i="1" dirty="0"/>
          </a:p>
        </p:txBody>
      </p:sp>
      <p:sp>
        <p:nvSpPr>
          <p:cNvPr id="1446" name="Google Shape;1446;p58"/>
          <p:cNvSpPr txBox="1"/>
          <p:nvPr/>
        </p:nvSpPr>
        <p:spPr>
          <a:xfrm>
            <a:off x="409575" y="828675"/>
            <a:ext cx="8324850" cy="397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Основные потери воронки сосредоточены на этапе</a:t>
            </a: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Выдача →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в нижней части оформления.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Этап выдачи — одна из главных точек для продуктовой оптимизации: при долгом выборе вероятность перехода в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снижается.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июле 2025 года зафиксирована аномальная просадка конверсии в покупку при сопоставимом объеме пользователей и сессий.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Рост средней цены покупки и количества билетов в заказе сопровождал июльскую просадку, но не объясняет ее полностью.</a:t>
            </a:r>
          </a:p>
          <a:p>
            <a:endParaRPr lang="ru-RU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Основные зоны для дальнейшей проверки — качество </a:t>
            </a:r>
            <a:r>
              <a:rPr lang="ru-RU" sz="1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офферов</a:t>
            </a:r>
            <a:r>
              <a:rPr lang="ru-RU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сценарий оформления покупки.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63"/>
          <p:cNvSpPr txBox="1">
            <a:spLocks noGrp="1"/>
          </p:cNvSpPr>
          <p:nvPr>
            <p:ph type="title"/>
          </p:nvPr>
        </p:nvSpPr>
        <p:spPr>
          <a:xfrm>
            <a:off x="713249" y="168800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Гипотезы</a:t>
            </a:r>
            <a:endParaRPr i="1" dirty="0"/>
          </a:p>
        </p:txBody>
      </p:sp>
      <p:sp>
        <p:nvSpPr>
          <p:cNvPr id="1704" name="Google Shape;1704;p63"/>
          <p:cNvSpPr txBox="1">
            <a:spLocks noGrp="1"/>
          </p:cNvSpPr>
          <p:nvPr>
            <p:ph type="subTitle" idx="1"/>
          </p:nvPr>
        </p:nvSpPr>
        <p:spPr>
          <a:xfrm>
            <a:off x="0" y="965901"/>
            <a:ext cx="9143999" cy="4133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Улучшение экрана выдачи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на экране выдачи выделить наиболее релевантные и выгодные предложения, пользователям будет проще выбрать билет, и конверсия Выдача → </a:t>
            </a:r>
            <a:r>
              <a:rPr lang="ru-RU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вырастет.</a:t>
            </a:r>
          </a:p>
          <a:p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Упрощение </a:t>
            </a:r>
            <a:r>
              <a:rPr lang="ru-RU" sz="1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чекаута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сократить количество барьеров на этапе оформления, сделать форму и условия покупки понятнее, конверсия </a:t>
            </a:r>
            <a:r>
              <a:rPr lang="ru-RU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→ Успешная покупка может вырасти.</a:t>
            </a:r>
          </a:p>
          <a:p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Персонализированные уведомления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отправлять персонализированные напоминания пользователям, которые дошли до </a:t>
            </a:r>
            <a:r>
              <a:rPr lang="ru-RU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оффера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или </a:t>
            </a:r>
            <a:r>
              <a:rPr lang="ru-RU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чекаута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но не завершили покупку, часть из них вернётся в воронку и завершит заказ.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64"/>
          <p:cNvSpPr txBox="1">
            <a:spLocks noGrp="1"/>
          </p:cNvSpPr>
          <p:nvPr>
            <p:ph type="title"/>
          </p:nvPr>
        </p:nvSpPr>
        <p:spPr>
          <a:xfrm>
            <a:off x="713250" y="143256"/>
            <a:ext cx="7717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бы проверял</a:t>
            </a:r>
            <a:endParaRPr i="1" dirty="0"/>
          </a:p>
        </p:txBody>
      </p:sp>
      <p:sp>
        <p:nvSpPr>
          <p:cNvPr id="1736" name="Google Shape;1736;p64"/>
          <p:cNvSpPr txBox="1">
            <a:spLocks noGrp="1"/>
          </p:cNvSpPr>
          <p:nvPr>
            <p:ph type="subTitle" idx="1"/>
          </p:nvPr>
        </p:nvSpPr>
        <p:spPr>
          <a:xfrm>
            <a:off x="0" y="971549"/>
            <a:ext cx="9144000" cy="41719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 algn="l"/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Наиболее перспективной выглядит гипотеза об улучшении экрана выдачи.</a:t>
            </a:r>
          </a:p>
          <a:p>
            <a:pPr marL="139700" indent="0" algn="l"/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39700" indent="0" algn="l"/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Улучшение сценария выбора может повлиять на большой объем трафика и повысить эффективность всей воронки.</a:t>
            </a:r>
          </a:p>
          <a:p>
            <a:pPr marL="139700" indent="0" algn="l"/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en-US" sz="1400" b="1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A/B-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тест</a:t>
            </a: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Контрольная группа: текущий экран выдачи</a:t>
            </a: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Тестовая группа: улучшенная выдача с более заметной подачей релевантных и выгодных предложений</a:t>
            </a: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Основная метрика: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 </a:t>
            </a:r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Выдача → </a:t>
            </a:r>
            <a:r>
              <a:rPr lang="ru-RU" sz="140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endParaRPr lang="ru-RU" sz="1400" i="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Дополнительные метрики: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итоговая конверсия в покупку;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доля быстрых выходов с экрана выдачи;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конверсии на следующих шагах воронки.</a:t>
            </a: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Критерий успеха:</a:t>
            </a:r>
          </a:p>
          <a:p>
            <a:pPr algn="l"/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в тестовой группе конверсия Выдача → </a:t>
            </a:r>
            <a:r>
              <a:rPr lang="ru-RU" sz="140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Оффер</a:t>
            </a:r>
            <a:r>
              <a:rPr lang="ru-RU" sz="140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и итоговая конверсия в покупку вырастут без негативного влияния на последующие этапы, гипотезу можно считать подтверждённой.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torytelling for Business by Slidesgo">
  <a:themeElements>
    <a:clrScheme name="Simple Light">
      <a:dk1>
        <a:srgbClr val="FFFFFF"/>
      </a:dk1>
      <a:lt1>
        <a:srgbClr val="678ACB"/>
      </a:lt1>
      <a:dk2>
        <a:srgbClr val="809BCE"/>
      </a:dk2>
      <a:lt2>
        <a:srgbClr val="A8BCE0"/>
      </a:lt2>
      <a:accent1>
        <a:srgbClr val="95B8D1"/>
      </a:accent1>
      <a:accent2>
        <a:srgbClr val="B9DED1"/>
      </a:accent2>
      <a:accent3>
        <a:srgbClr val="D5EADF"/>
      </a:accent3>
      <a:accent4>
        <a:srgbClr val="F5F0BB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739</Words>
  <Application>Microsoft Macintosh PowerPoint</Application>
  <PresentationFormat>Экран (16:9)</PresentationFormat>
  <Paragraphs>88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Nunito Light</vt:lpstr>
      <vt:lpstr>Mulish</vt:lpstr>
      <vt:lpstr>Arial</vt:lpstr>
      <vt:lpstr>Verdana</vt:lpstr>
      <vt:lpstr>Poppins SemiBold</vt:lpstr>
      <vt:lpstr>Georgia</vt:lpstr>
      <vt:lpstr>Data Storytelling for Business by Slidesgo</vt:lpstr>
      <vt:lpstr>Анализ воронки покупки авиабилетов </vt:lpstr>
      <vt:lpstr>Бизнес-задача и данные</vt:lpstr>
      <vt:lpstr>Презентация PowerPoint</vt:lpstr>
      <vt:lpstr>Воронка</vt:lpstr>
      <vt:lpstr>Время на выдаче</vt:lpstr>
      <vt:lpstr>Сессии и конверсия по месяцам </vt:lpstr>
      <vt:lpstr>Аномалия в июле</vt:lpstr>
      <vt:lpstr>Июльская просадка </vt:lpstr>
      <vt:lpstr>Чекаут –&gt; Покупка</vt:lpstr>
      <vt:lpstr>Презентация PowerPoint</vt:lpstr>
      <vt:lpstr>Рост среднего чека и числа билетов </vt:lpstr>
      <vt:lpstr>Основные выводы</vt:lpstr>
      <vt:lpstr>Гипотезы</vt:lpstr>
      <vt:lpstr>Как бы проверял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воронки покупки авиабилетов </dc:title>
  <cp:lastModifiedBy>Матвей Абрамов</cp:lastModifiedBy>
  <cp:revision>3</cp:revision>
  <dcterms:modified xsi:type="dcterms:W3CDTF">2026-03-17T15:06:00Z</dcterms:modified>
</cp:coreProperties>
</file>